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Brittany" charset="1" panose="00000000000000000000"/>
      <p:regular r:id="rId7"/>
    </p:embeddedFont>
    <p:embeddedFont>
      <p:font typeface="Allura" charset="1" panose="020000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990" y="0"/>
            <a:ext cx="7324020" cy="10692000"/>
          </a:xfrm>
          <a:custGeom>
            <a:avLst/>
            <a:gdLst/>
            <a:ahLst/>
            <a:cxnLst/>
            <a:rect r="r" b="b" t="t" l="l"/>
            <a:pathLst>
              <a:path h="10692000" w="7324020">
                <a:moveTo>
                  <a:pt x="0" y="0"/>
                </a:moveTo>
                <a:lnTo>
                  <a:pt x="7324020" y="0"/>
                </a:lnTo>
                <a:lnTo>
                  <a:pt x="7324020" y="10692000"/>
                </a:lnTo>
                <a:lnTo>
                  <a:pt x="0" y="10692000"/>
                </a:lnTo>
                <a:lnTo>
                  <a:pt x="0" y="0"/>
                </a:lnTo>
                <a:close/>
              </a:path>
            </a:pathLst>
          </a:custGeom>
          <a:blipFill>
            <a:blip r:embed="rId2"/>
            <a:stretch>
              <a:fillRect l="0" t="0" r="0" b="0"/>
            </a:stretch>
          </a:blipFill>
        </p:spPr>
      </p:sp>
      <p:sp>
        <p:nvSpPr>
          <p:cNvPr name="TextBox 3" id="3"/>
          <p:cNvSpPr txBox="true"/>
          <p:nvPr/>
        </p:nvSpPr>
        <p:spPr>
          <a:xfrm rot="0">
            <a:off x="2839587" y="541034"/>
            <a:ext cx="1880827" cy="382306"/>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Brittany"/>
                <a:ea typeface="Brittany"/>
                <a:cs typeface="Brittany"/>
                <a:sym typeface="Brittany"/>
              </a:rPr>
              <a:t>Happy Birth Day</a:t>
            </a:r>
          </a:p>
        </p:txBody>
      </p:sp>
      <p:sp>
        <p:nvSpPr>
          <p:cNvPr name="TextBox 4" id="4"/>
          <p:cNvSpPr txBox="true"/>
          <p:nvPr/>
        </p:nvSpPr>
        <p:spPr>
          <a:xfrm rot="0">
            <a:off x="756000" y="1355595"/>
            <a:ext cx="6048000" cy="8193527"/>
          </a:xfrm>
          <a:prstGeom prst="rect">
            <a:avLst/>
          </a:prstGeom>
        </p:spPr>
        <p:txBody>
          <a:bodyPr anchor="t" rtlCol="false" tIns="0" lIns="0" bIns="0" rIns="0">
            <a:spAutoFit/>
          </a:bodyPr>
          <a:lstStyle/>
          <a:p>
            <a:pPr algn="just">
              <a:lnSpc>
                <a:spcPts val="3079"/>
              </a:lnSpc>
            </a:pPr>
            <a:r>
              <a:rPr lang="en-US" sz="2199">
                <a:solidFill>
                  <a:srgbClr val="000000"/>
                </a:solidFill>
                <a:latin typeface="Allura"/>
                <a:ea typeface="Allura"/>
                <a:cs typeface="Allura"/>
                <a:sym typeface="Allura"/>
              </a:rPr>
              <a:t>Halo sayang, Selamat ulang tahun ya yang ke-19. Semoga di umur nia yang ke-19 tahun ini semua harapan dan cita-cita nia dapat tergapai, dan juga semoga nia dapat beradaptasi terhadap dunia perkuliahan yang sangat padat ini.</a:t>
            </a:r>
          </a:p>
          <a:p>
            <a:pPr algn="just">
              <a:lnSpc>
                <a:spcPts val="3079"/>
              </a:lnSpc>
            </a:pPr>
            <a:r>
              <a:rPr lang="en-US" sz="2199">
                <a:solidFill>
                  <a:srgbClr val="000000"/>
                </a:solidFill>
                <a:latin typeface="Allura"/>
                <a:ea typeface="Allura"/>
                <a:cs typeface="Allura"/>
                <a:sym typeface="Allura"/>
              </a:rPr>
              <a:t>Terimakasih sudah menemani imi selama ini, semoga hubungan kita dapat terus berjalan dengan baik dan kita selalu mendapatkan kemudahan semasa LDR ini yaa</a:t>
            </a:r>
          </a:p>
          <a:p>
            <a:pPr algn="just">
              <a:lnSpc>
                <a:spcPts val="3079"/>
              </a:lnSpc>
            </a:pPr>
            <a:r>
              <a:rPr lang="en-US" sz="2199">
                <a:solidFill>
                  <a:srgbClr val="000000"/>
                </a:solidFill>
                <a:latin typeface="Allura"/>
                <a:ea typeface="Allura"/>
                <a:cs typeface="Allura"/>
                <a:sym typeface="Allura"/>
              </a:rPr>
              <a:t>Aku harap aku dapat menjumpai mu di akhir tahun ini, di libur semester ini. Doa kan semoga ada rezekinya yaa.</a:t>
            </a:r>
          </a:p>
          <a:p>
            <a:pPr algn="just">
              <a:lnSpc>
                <a:spcPts val="3079"/>
              </a:lnSpc>
            </a:pPr>
            <a:r>
              <a:rPr lang="en-US" sz="2199">
                <a:solidFill>
                  <a:srgbClr val="000000"/>
                </a:solidFill>
                <a:latin typeface="Allura"/>
                <a:ea typeface="Allura"/>
                <a:cs typeface="Allura"/>
                <a:sym typeface="Allura"/>
              </a:rPr>
              <a:t>Selama 19 tahun kehidupan nia pasti ada jatuh bangunnya, imi harap dengan adanya imi bisa membantu nia selalu. Anggap  saja imi sebagai sahabat, kakak, adik, ataupun sahabat buat nia. Selama 19 tahun nia sudah berjuang jatuh bangun, nia orang yang hebat, nia itu wanita kuat. Tapi jangan sampai berlebihan menjalani semuanya sendiri, karena ada imi. Minta aja tolong ke imi, imi bakal selalu ada buat nia.</a:t>
            </a:r>
          </a:p>
          <a:p>
            <a:pPr algn="just">
              <a:lnSpc>
                <a:spcPts val="3079"/>
              </a:lnSpc>
            </a:pPr>
            <a:r>
              <a:rPr lang="en-US" sz="2199">
                <a:solidFill>
                  <a:srgbClr val="000000"/>
                </a:solidFill>
                <a:latin typeface="Allura"/>
                <a:ea typeface="Allura"/>
                <a:cs typeface="Allura"/>
                <a:sym typeface="Allura"/>
              </a:rPr>
              <a:t>Semoga imi bisa selalu menemani perjalanan hidup nia</a:t>
            </a:r>
          </a:p>
          <a:p>
            <a:pPr algn="just">
              <a:lnSpc>
                <a:spcPts val="3079"/>
              </a:lnSpc>
            </a:pPr>
            <a:r>
              <a:rPr lang="en-US" sz="2199">
                <a:solidFill>
                  <a:srgbClr val="000000"/>
                </a:solidFill>
                <a:latin typeface="Allura"/>
                <a:ea typeface="Allura"/>
                <a:cs typeface="Allura"/>
                <a:sym typeface="Allura"/>
              </a:rPr>
              <a:t> Semoga semua harapan kita dapat terwujud.</a:t>
            </a:r>
          </a:p>
          <a:p>
            <a:pPr algn="just">
              <a:lnSpc>
                <a:spcPts val="3079"/>
              </a:lnSpc>
            </a:pPr>
            <a:r>
              <a:rPr lang="en-US" sz="2199">
                <a:solidFill>
                  <a:srgbClr val="000000"/>
                </a:solidFill>
                <a:latin typeface="Allura"/>
                <a:ea typeface="Allura"/>
                <a:cs typeface="Allura"/>
                <a:sym typeface="Allura"/>
              </a:rPr>
              <a:t>Semoga kita dapat saling membantu</a:t>
            </a:r>
          </a:p>
          <a:p>
            <a:pPr algn="just">
              <a:lnSpc>
                <a:spcPts val="3079"/>
              </a:lnSpc>
            </a:pPr>
            <a:r>
              <a:rPr lang="en-US" sz="2199">
                <a:solidFill>
                  <a:srgbClr val="000000"/>
                </a:solidFill>
                <a:latin typeface="Allura"/>
                <a:ea typeface="Allura"/>
                <a:cs typeface="Allura"/>
                <a:sym typeface="Allura"/>
              </a:rPr>
              <a:t>Semoga kita bisa saling melengkapi</a:t>
            </a:r>
          </a:p>
          <a:p>
            <a:pPr algn="just">
              <a:lnSpc>
                <a:spcPts val="3079"/>
              </a:lnSpc>
              <a:spcBef>
                <a:spcPct val="0"/>
              </a:spcBef>
            </a:pPr>
            <a:r>
              <a:rPr lang="en-US" sz="2199">
                <a:solidFill>
                  <a:srgbClr val="000000"/>
                </a:solidFill>
                <a:latin typeface="Allura"/>
                <a:ea typeface="Allura"/>
                <a:cs typeface="Allura"/>
                <a:sym typeface="Allura"/>
              </a:rPr>
              <a:t>dan Semoga kita dapat bersama selamanya</a:t>
            </a:r>
          </a:p>
        </p:txBody>
      </p:sp>
      <p:sp>
        <p:nvSpPr>
          <p:cNvPr name="TextBox 5" id="5"/>
          <p:cNvSpPr txBox="true"/>
          <p:nvPr/>
        </p:nvSpPr>
        <p:spPr>
          <a:xfrm rot="0">
            <a:off x="6346962" y="9553694"/>
            <a:ext cx="457038" cy="382306"/>
          </a:xfrm>
          <a:prstGeom prst="rect">
            <a:avLst/>
          </a:prstGeom>
        </p:spPr>
        <p:txBody>
          <a:bodyPr anchor="t" rtlCol="false" tIns="0" lIns="0" bIns="0" rIns="0">
            <a:spAutoFit/>
          </a:bodyPr>
          <a:lstStyle/>
          <a:p>
            <a:pPr algn="just">
              <a:lnSpc>
                <a:spcPts val="3079"/>
              </a:lnSpc>
              <a:spcBef>
                <a:spcPct val="0"/>
              </a:spcBef>
            </a:pPr>
            <a:r>
              <a:rPr lang="en-US" sz="2199">
                <a:solidFill>
                  <a:srgbClr val="000000"/>
                </a:solidFill>
                <a:latin typeface="Brittany"/>
                <a:ea typeface="Brittany"/>
                <a:cs typeface="Brittany"/>
                <a:sym typeface="Brittany"/>
              </a:rPr>
              <a:t>-Imi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DAHWerQTOCU</dc:identifier>
  <dcterms:modified xsi:type="dcterms:W3CDTF">2011-08-01T06:04:30Z</dcterms:modified>
  <cp:revision>1</cp:revision>
  <dc:title>Surprise</dc:title>
</cp:coreProperties>
</file>